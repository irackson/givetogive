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14f45f254f4b6b" /><Relationship Type="http://schemas.openxmlformats.org/officeDocument/2006/relationships/extended-properties" Target="/docProps/app.xml" Id="R5366ceef606342ae" /><Relationship Type="http://schemas.openxmlformats.org/officeDocument/2006/relationships/officeDocument" Target="/ppt/presentation.xml" Id="R92ea27a1130f42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85e7fa0ec24f0d"/>
  </p:sldMasterIdLst>
  <p:notesMasterIdLst>
    <p:notesMasterId xmlns:r="http://schemas.openxmlformats.org/officeDocument/2006/relationships" r:id="R3fd46b80371d4b7e"/>
  </p:notesMasterIdLst>
  <p:sldIdLst>
    <p:sldId xmlns:r="http://schemas.openxmlformats.org/officeDocument/2006/relationships" id="256" r:id="Rac7005162db440fd"/>
    <p:sldId xmlns:r="http://schemas.openxmlformats.org/officeDocument/2006/relationships" id="257" r:id="R9db9f7c5e49749e9"/>
    <p:sldId xmlns:r="http://schemas.openxmlformats.org/officeDocument/2006/relationships" id="258" r:id="R821f5bf9cc644c9b"/>
    <p:sldId xmlns:r="http://schemas.openxmlformats.org/officeDocument/2006/relationships" id="259" r:id="R77ca294d1fcf4c80"/>
    <p:sldId xmlns:r="http://schemas.openxmlformats.org/officeDocument/2006/relationships" id="260" r:id="R13f81a3296a449d7"/>
    <p:sldId xmlns:r="http://schemas.openxmlformats.org/officeDocument/2006/relationships" id="261" r:id="R3b91d5c1fd474f5a"/>
    <p:sldId xmlns:r="http://schemas.openxmlformats.org/officeDocument/2006/relationships" id="262" r:id="R4c0fa09cfe094c22"/>
    <p:sldId xmlns:r="http://schemas.openxmlformats.org/officeDocument/2006/relationships" id="263" r:id="R680f54fcd8ae4a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e811f9b3f94cf3" /><Relationship Type="http://schemas.openxmlformats.org/officeDocument/2006/relationships/slideMaster" Target="/ppt/slideMasters/slideMaster1.xml" Id="Rd085e7fa0ec24f0d" /><Relationship Type="http://schemas.openxmlformats.org/officeDocument/2006/relationships/notesMaster" Target="/ppt/notesMasters/notesMaster1.xml" Id="R3fd46b80371d4b7e" /><Relationship Type="http://schemas.openxmlformats.org/officeDocument/2006/relationships/presProps" Target="/ppt/presProps.xml" Id="R27f530fcef3142ce" /><Relationship Type="http://schemas.openxmlformats.org/officeDocument/2006/relationships/tableStyles" Target="/ppt/tableStyles.xml" Id="Rf85cf32f94b64333" /><Relationship Type="http://schemas.openxmlformats.org/officeDocument/2006/relationships/slide" Target="/ppt/slides/slide1.xml" Id="Rac7005162db440fd" /><Relationship Type="http://schemas.openxmlformats.org/officeDocument/2006/relationships/slide" Target="/ppt/slides/slide2.xml" Id="R9db9f7c5e49749e9" /><Relationship Type="http://schemas.openxmlformats.org/officeDocument/2006/relationships/slide" Target="/ppt/slides/slide3.xml" Id="R821f5bf9cc644c9b" /><Relationship Type="http://schemas.openxmlformats.org/officeDocument/2006/relationships/slide" Target="/ppt/slides/slide4.xml" Id="R77ca294d1fcf4c80" /><Relationship Type="http://schemas.openxmlformats.org/officeDocument/2006/relationships/slide" Target="/ppt/slides/slide5.xml" Id="R13f81a3296a449d7" /><Relationship Type="http://schemas.openxmlformats.org/officeDocument/2006/relationships/slide" Target="/ppt/slides/slide6.xml" Id="R3b91d5c1fd474f5a" /><Relationship Type="http://schemas.openxmlformats.org/officeDocument/2006/relationships/slide" Target="/ppt/slides/slide7.xml" Id="R4c0fa09cfe094c22" /><Relationship Type="http://schemas.openxmlformats.org/officeDocument/2006/relationships/slide" Target="/ppt/slides/slide8.xml" Id="R680f54fcd8ae4a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6842bc623548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a0124fcf554e5c" /><Relationship Type="http://schemas.openxmlformats.org/officeDocument/2006/relationships/notesMaster" Target="/ppt/notesMasters/notesMaster1.xml" Id="Ra32a107598664f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134304ca484e1d" /><Relationship Type="http://schemas.openxmlformats.org/officeDocument/2006/relationships/notesMaster" Target="/ppt/notesMasters/notesMaster1.xml" Id="Rb8fe3a1d11834d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67f84b90704db9" /><Relationship Type="http://schemas.openxmlformats.org/officeDocument/2006/relationships/notesMaster" Target="/ppt/notesMasters/notesMaster1.xml" Id="R837da8b348a64c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5b6ee9227644f6" /><Relationship Type="http://schemas.openxmlformats.org/officeDocument/2006/relationships/notesMaster" Target="/ppt/notesMasters/notesMaster1.xml" Id="R7524d29c6c1f4c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1500f4ea134529" /><Relationship Type="http://schemas.openxmlformats.org/officeDocument/2006/relationships/notesMaster" Target="/ppt/notesMasters/notesMaster1.xml" Id="R65a5005ea6b946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b26dc5a2fa49bf" /><Relationship Type="http://schemas.openxmlformats.org/officeDocument/2006/relationships/notesMaster" Target="/ppt/notesMasters/notesMaster1.xml" Id="R40ffb669a09649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19e09ad30e4fd2" /><Relationship Type="http://schemas.openxmlformats.org/officeDocument/2006/relationships/notesMaster" Target="/ppt/notesMasters/notesMaster1.xml" Id="R9ea0906f5cb54f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b4a793ece445b3" /><Relationship Type="http://schemas.openxmlformats.org/officeDocument/2006/relationships/notesMaster" Target="/ppt/notesMasters/notesMaster1.xml" Id="Rf7c61e2294dd47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reference. Illustration generated with OpenAI image generation for this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reference. Illustration generated with OpenAI image generation for this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family summary based on the implemented home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family summary based on the implemented Ask index and creation dialog.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family summary based on the implemented Ask detail and contribution dialog.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family summary based on the implemented sign-in and sign-up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family summary based on the implemented password and email verification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Coverage map of the redesigned current frontend states.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5fe28877148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8dae268c194096" /><Relationship Type="http://schemas.openxmlformats.org/officeDocument/2006/relationships/slideLayout" Target="/ppt/slideLayouts/slideLayout1.xml" Id="R5e06fa1eba9a4a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06fa1eba9a4a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a7e1603384ffc" /><Relationship Type="http://schemas.openxmlformats.org/officeDocument/2006/relationships/image" Target="/ppt/media/image.png" Id="R41bdbbfe0e2f46d5" /><Relationship Type="http://schemas.openxmlformats.org/officeDocument/2006/relationships/notesSlide" Target="/ppt/notesSlides/notesSlide1.xml" Id="R2a93400f87c943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6815ec883476f" /><Relationship Type="http://schemas.openxmlformats.org/officeDocument/2006/relationships/image" Target="/ppt/media/image2.png" Id="R509d679528e143bf" /><Relationship Type="http://schemas.openxmlformats.org/officeDocument/2006/relationships/notesSlide" Target="/ppt/notesSlides/notesSlide2.xml" Id="R294d3b8c64b8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424d536974fad" /><Relationship Type="http://schemas.openxmlformats.org/officeDocument/2006/relationships/notesSlide" Target="/ppt/notesSlides/notesSlide3.xml" Id="Rb9e7b7f7bd9a44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7e96509a94f22" /><Relationship Type="http://schemas.openxmlformats.org/officeDocument/2006/relationships/notesSlide" Target="/ppt/notesSlides/notesSlide4.xml" Id="R74db48a6668043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1c354331d4fd8" /><Relationship Type="http://schemas.openxmlformats.org/officeDocument/2006/relationships/notesSlide" Target="/ppt/notesSlides/notesSlide5.xml" Id="R9c52e82fcee544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54b570a0f4378" /><Relationship Type="http://schemas.openxmlformats.org/officeDocument/2006/relationships/notesSlide" Target="/ppt/notesSlides/notesSlide6.xml" Id="R124ffea8790344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d00f63de54117" /><Relationship Type="http://schemas.openxmlformats.org/officeDocument/2006/relationships/notesSlide" Target="/ppt/notesSlides/notesSlide7.xml" Id="Rd1fc04aecea24b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8b9a2d5444c00" /><Relationship Type="http://schemas.openxmlformats.org/officeDocument/2006/relationships/notesSlide" Target="/ppt/notesSlides/notesSlide8.xml" Id="R18d79f71014146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dbbfe0e2f46d5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4AAC6-125F-4E7D-A36C-88F2D8D5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839A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839AD"/>
                </a:solidFill>
                <a:latin typeface="Arial"/>
                <a:ea typeface="Arial"/>
                <a:cs typeface="Arial"/>
              </a:rPr>
              <a:t>GiveToGive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F45B7-415A-4DE5-9C4A-7B9EFBEC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15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A visual reset for a neighborhood help exchange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794D6-AE47-4FBA-B655-73A1C018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3"/>
          </a:solidFill>
          <a:ln xmlns:a="http://schemas.openxmlformats.org/drawingml/2006/main" w="0">
            <a:solidFill>
              <a:srgbClr val="EF5B4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0D30F-A56E-479B-944F-AA4BCB9B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E627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279"/>
                </a:solidFill>
                <a:latin typeface="Arial"/>
                <a:ea typeface="Arial"/>
                <a:cs typeface="Arial"/>
              </a:rPr>
              <a:t>Warm paper. Vivid ink. Specific help.</a:t>
            </a:r>
          </a:p>
          <a:p xmlns:a="http://schemas.openxmlformats.org/drawingml/2006/main">
            <a:pPr>
              <a:defRPr sz="1500" b="0" i="0">
                <a:solidFill>
                  <a:srgbClr val="5E627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279"/>
                </a:solidFill>
                <a:latin typeface="Arial"/>
                <a:ea typeface="Arial"/>
                <a:cs typeface="Arial"/>
              </a:rPr>
              <a:t>A colorful interface with room to breathe.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34907-A5CD-4E6E-B708-747618A4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DESIGN REFERENCE 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13813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d679528e143bf"/>
          <a:srcRect xmlns:a="http://schemas.openxmlformats.org/drawingml/2006/main" l="35399" t="0" r="353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EE2D4-E8F1-409D-BDF4-E0D21416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02  VISUAL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9F6D3-D783-4543-AEC1-2ACB806F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00125"/>
            <a:ext cx="5095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38"/>
          </a:bodyPr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A neighborhood print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2316C-3BFA-4EA3-A6C0-67059A3A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E6279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279"/>
                </a:solidFill>
                <a:latin typeface="Arial"/>
                <a:ea typeface="Arial"/>
                <a:cs typeface="Arial"/>
              </a:rPr>
              <a:t>The interface uses an editorial palette instead of neutral SaaS gray. Cobalt directs action. Coral marks human energy. Saffron calls attention. Ink outlines make the system feel hand-set and reliable.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B7301-8B0E-47CB-AB1A-94CD5976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42"/>
          </a:solidFill>
          <a:ln xmlns:a="http://schemas.openxmlformats.org/drawingml/2006/main" w="0">
            <a:solidFill>
              <a:srgbClr val="20264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60C6D-C3C0-4BB1-8764-BF5D458B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Type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Editorial serif for invitations and story.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Clear sans serif for action and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12A6-5E4A-4D4F-9280-B149ADA1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816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958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Texture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Generated print-collage artwork anchors public surfaces. The functional UI stays semantic, responsive, and code-native.</a:t>
            </a:r>
          </a:p>
        </p:txBody>
      </p:sp>
    </p:spTree>
    <p:extLst>
      <p:ext uri="{BB962C8B-B14F-4D97-AF65-F5344CB8AC3E}">
        <p14:creationId xmlns:p14="http://schemas.microsoft.com/office/powerpoint/2010/main" val="466654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FE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A1B2-369D-4ABE-9F7F-C19D4E06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03  HOME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82BC6-ECC7-4A59-9EA3-E4DB85BF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The welcome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DC98A-8358-4A50-BDE4-E8490CC5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90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811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E627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6279"/>
                </a:solidFill>
                <a:latin typeface="Arial"/>
                <a:ea typeface="Arial"/>
                <a:cs typeface="Arial"/>
              </a:rPr>
              <a:t>The home page carries the big idea without becoming a marketing page. A direct invitation sits beside the neighborhood collage. The next action stays obvious: browse asks or post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30555-3242-4D58-8DC9-7C5EDC18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9AD"/>
          </a:solidFill>
          <a:ln xmlns:a="http://schemas.openxmlformats.org/drawingml/2006/main" w="0">
            <a:solidFill>
              <a:srgbClr val="1839A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5D4D4-2FEB-4DE2-8842-83D54E67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39A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39AD"/>
                </a:solidFill>
                <a:latin typeface="Arial"/>
                <a:ea typeface="Arial"/>
                <a:cs typeface="Arial"/>
              </a:rPr>
              <a:t>Route states covered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0736B-6431-4301-ACEF-99AF424E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Signed out welcome</a:t>
            </a:r>
          </a:p>
          <a:p xmlns:a="http://schemas.openxmlformats.org/drawingml/2006/main">
            <a:pPr>
              <a:defRPr sz="1575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Returning member note</a:t>
            </a:r>
          </a:p>
          <a:p xmlns:a="http://schemas.openxmlformats.org/drawingml/2006/main">
            <a:pPr>
              <a:defRPr sz="1575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Browse call to action</a:t>
            </a:r>
          </a:p>
          <a:p xmlns:a="http://schemas.openxmlformats.org/drawingml/2006/main">
            <a:pPr>
              <a:defRPr sz="1575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Post-an-ask call to action</a:t>
            </a:r>
          </a:p>
          <a:p xmlns:a="http://schemas.openxmlformats.org/drawingml/2006/main">
            <a:pPr>
              <a:defRPr sz="1575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Three ways to contribute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61B65-44F5-4EAE-845E-87C0DC9B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7640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1839AD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839AD"/>
                </a:solidFill>
                <a:latin typeface="Arial"/>
                <a:ea typeface="Arial"/>
                <a:cs typeface="Arial"/>
              </a:rPr>
              <a:t>A hand-set visual rhythm keeps the page lively without hiding the purpose.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3D572-A4B2-4698-8A9C-04AB05FB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43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One clear action per moment.</a:t>
            </a:r>
          </a:p>
        </p:txBody>
      </p:sp>
    </p:spTree>
    <p:extLst>
      <p:ext uri="{BB962C8B-B14F-4D97-AF65-F5344CB8AC3E}">
        <p14:creationId xmlns:p14="http://schemas.microsoft.com/office/powerpoint/2010/main" val="571117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0C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60F78-F132-4D26-A83F-9B050085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04  ASKS DIRECTORY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2AB63-F74D-4AD0-8A19-3F5149F5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The noticeboard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21AC7-E15C-4A4D-BC90-CFB055A9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811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E627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6279"/>
                </a:solidFill>
                <a:latin typeface="Arial"/>
                <a:ea typeface="Arial"/>
                <a:cs typeface="Arial"/>
              </a:rPr>
              <a:t>The directory has a distinct community-board banner. Each Ask card carries its type color, progress, difficulty, time estimate, and an unobtrusive path to the full request.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EE4E4-A8E7-416A-9DFC-1C74BD05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Collection states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791FD-AE46-4A22-86F6-162E1192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Type-specific cards for time, task, item, money, and resource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Goal met and still-needed progress copy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No-asks empty state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Signed-out prompt to create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Signed-in create-Ask dialog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42786-51EB-4CA2-9E9F-8DE13331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57375"/>
            <a:ext cx="3190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The information reads like a real noticeboard, not a sterile dashboard.</a:t>
            </a:r>
          </a:p>
        </p:txBody>
      </p:sp>
    </p:spTree>
    <p:extLst>
      <p:ext uri="{BB962C8B-B14F-4D97-AF65-F5344CB8AC3E}">
        <p14:creationId xmlns:p14="http://schemas.microsoft.com/office/powerpoint/2010/main" val="1534096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E1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D93FC-3E62-4D8E-906C-8700EE11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05  ASK DETAIL AND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A1C77-A51C-4168-8FBE-6E3EEF7E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03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A specific ask, a visible finish 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B9A80-A479-4079-AE49-1B6FA34E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685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E6279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E6279"/>
                </a:solidFill>
                <a:latin typeface="Arial"/>
                <a:ea typeface="Arial"/>
                <a:cs typeface="Arial"/>
              </a:rPr>
              <a:t>The detail view gives the request and the next useful step equal weight. A contribution panel shows remaining progress before the action. The reply wall makes people’s participation visible without exposing more than a name and note.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4F715-5429-4C57-888D-269FBD78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81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3"/>
          </a:solidFill>
          <a:ln xmlns:a="http://schemas.openxmlformats.org/drawingml/2006/main" w="0">
            <a:solidFill>
              <a:srgbClr val="EF5B4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6ABC1-466C-46F6-82F6-2F5606D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Interaction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7042A-7123-4DA6-9718-DBA306AB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Anonymous visitor prompted to sign in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Owner sees a status notice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Completed goal celebrates community action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Eligible contributor opens the contribution dialog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Validation and error feedback remain in the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5934D-CC8C-4474-88B6-6D6A6C9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2571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839A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839AD"/>
                </a:solidFill>
                <a:latin typeface="Arial"/>
                <a:ea typeface="Arial"/>
                <a:cs typeface="Arial"/>
              </a:rPr>
              <a:t>Progress belongs beside the decision, not below the story.</a:t>
            </a:r>
          </a:p>
        </p:txBody>
      </p:sp>
    </p:spTree>
    <p:extLst>
      <p:ext uri="{BB962C8B-B14F-4D97-AF65-F5344CB8AC3E}">
        <p14:creationId xmlns:p14="http://schemas.microsoft.com/office/powerpoint/2010/main" val="13435902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6ABBC-ACBB-46C2-AE19-0762D9DE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06  ACCOUNT ENTRY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5BF99-0EF9-4AB9-9D3D-648105F8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A friendlier front door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44C02-1598-4601-8EB5-E9108B07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953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E627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6279"/>
                </a:solidFill>
                <a:latin typeface="Arial"/>
                <a:ea typeface="Arial"/>
                <a:cs typeface="Arial"/>
              </a:rPr>
              <a:t>Sign in and sign up share one layout so the system feels familiar. The large color field changes by task, while the card keeps forms quiet, clear, and readable.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81010-496A-46F9-B76E-B605941B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42"/>
          </a:solidFill>
          <a:ln xmlns:a="http://schemas.openxmlformats.org/drawingml/2006/main" w="0">
            <a:solidFill>
              <a:srgbClr val="20264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81EE1-B0F5-4171-A4A2-2403FC91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42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424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9A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39AD"/>
                </a:solidFill>
                <a:latin typeface="Arial"/>
                <a:ea typeface="Arial"/>
                <a:cs typeface="Arial"/>
              </a:rPr>
              <a:t>Sign in</a:t>
            </a:r>
          </a:p>
          <a:p xmlns:a="http://schemas.openxmlformats.org/drawingml/2006/main">
            <a:pPr>
              <a:defRPr sz="1650" b="1" i="0">
                <a:solidFill>
                  <a:srgbClr val="1839A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39AD"/>
                </a:solidFill>
                <a:latin typeface="Arial"/>
                <a:ea typeface="Arial"/>
                <a:cs typeface="Arial"/>
              </a:rPr>
              <a:t>Credential form, Discord alternative, password recovery, resend verification, and a path to registration.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1B5D9-66D8-4DDC-809B-8112C78C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342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1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Registration</a:t>
            </a:r>
          </a:p>
          <a:p xmlns:a="http://schemas.openxmlformats.org/drawingml/2006/main">
            <a:pPr>
              <a:defRPr sz="165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Name, email, password, delivery status, and the development-only verification preview link.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F8626-F136-4E9E-A0F1-A1A6B4C4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6745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745A"/>
                </a:solidFill>
                <a:latin typeface="Arial"/>
                <a:ea typeface="Arial"/>
                <a:cs typeface="Arial"/>
              </a:rPr>
              <a:t>Intentional color makes a small credential task feel considered, not generic.</a:t>
            </a:r>
          </a:p>
        </p:txBody>
      </p:sp>
    </p:spTree>
    <p:extLst>
      <p:ext uri="{BB962C8B-B14F-4D97-AF65-F5344CB8AC3E}">
        <p14:creationId xmlns:p14="http://schemas.microsoft.com/office/powerpoint/2010/main" val="189692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DE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6B77B-E6AC-480D-B3C7-064FF49C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07  VERIFICATION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1882B-2360-4F06-9E40-C6A34CDD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Account care without dead ends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41F81-FDDC-4885-A630-AB3AD342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66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E6279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6279"/>
                </a:solidFill>
                <a:latin typeface="Arial"/>
                <a:ea typeface="Arial"/>
                <a:cs typeface="Arial"/>
              </a:rPr>
              <a:t>The same visual frame carries the less frequent but important states: forgot password, reset password, resend verification, in-progress verification, and a completed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B1211-FF04-4603-AD1B-DB92EA2F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742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57B1"/>
          </a:solidFill>
          <a:ln xmlns:a="http://schemas.openxmlformats.org/drawingml/2006/main" w="0">
            <a:solidFill>
              <a:srgbClr val="9357B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007C0-698C-4DA2-98B4-0761E090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9357B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357B1"/>
                </a:solidFill>
                <a:latin typeface="Arial"/>
                <a:ea typeface="Arial"/>
                <a:cs typeface="Arial"/>
              </a:rPr>
              <a:t>Recovered routes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17011-DE89-4AC3-A441-463E337B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Request a reset link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Reset with a token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Missing or invalid reset token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Resend verification</a:t>
            </a:r>
          </a:p>
          <a:p xmlns:a="http://schemas.openxmlformats.org/drawingml/2006/main">
            <a:pPr>
              <a:defRPr sz="1500" b="0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Verification loading, success, and error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DEED4-E5F7-4EB6-8FC3-478875A7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20264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02642"/>
                </a:solidFill>
                <a:latin typeface="Arial"/>
                <a:ea typeface="Arial"/>
                <a:cs typeface="Arial"/>
              </a:rPr>
              <a:t>Every recovery screen shows the person what happens next.</a:t>
            </a:r>
          </a:p>
        </p:txBody>
      </p:sp>
    </p:spTree>
    <p:extLst>
      <p:ext uri="{BB962C8B-B14F-4D97-AF65-F5344CB8AC3E}">
        <p14:creationId xmlns:p14="http://schemas.microsoft.com/office/powerpoint/2010/main" val="2114698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26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88555-0025-4AFC-BA6F-5BA55109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08  COVERAGE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EA96E-1169-47D8-B5BE-F349B5AB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85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57"/>
          </a:bodyPr>
          <a:lstStyle xmlns:a="http://schemas.openxmlformats.org/drawingml/2006/main"/>
          <a:p xmlns:a="http://schemas.openxmlformats.org/drawingml/2006/main">
            <a:pPr>
              <a:defRPr sz="337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One visual system across all current frontend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64DB6-C4CD-4533-9597-056FE0A7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EFAD2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FAD26"/>
                </a:solidFill>
                <a:latin typeface="Arial"/>
                <a:ea typeface="Arial"/>
                <a:cs typeface="Arial"/>
              </a:rPr>
              <a:t>Public surfaces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A11CC-E52B-4206-B214-4A2F5366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333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Home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Asks directory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Empty directory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Ask detail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No contributions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Contribution reply wall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62A28-9EE0-47F0-852C-C5A57BA1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23837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EFAD2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FAD26"/>
                </a:solidFill>
                <a:latin typeface="Arial"/>
                <a:ea typeface="Arial"/>
                <a:cs typeface="Arial"/>
              </a:rPr>
              <a:t>Action surfaces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02969-3231-47C5-A862-14476768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67000"/>
            <a:ext cx="2333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Create Ask dialog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Contribution dialog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Anonymous prompt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Owner status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Goal reached status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Form error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74F48-79EC-4178-BD80-6FA6C1AB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383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EFAD2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FAD26"/>
                </a:solidFill>
                <a:latin typeface="Arial"/>
                <a:ea typeface="Arial"/>
                <a:cs typeface="Arial"/>
              </a:rPr>
              <a:t>Account surfaces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8F13B-E678-4229-A14B-AE0DDE07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Sign in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Registration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Forgot password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Reset password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Verification resend</a:t>
            </a:r>
          </a:p>
          <a:p xmlns:a="http://schemas.openxmlformats.org/drawingml/2006/main">
            <a:pPr>
              <a:defRPr sz="1575" b="0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Verification loading, success,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BBAA2-673F-4696-8BE6-0FF23F3C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F5B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F5B43"/>
                </a:solidFill>
                <a:latin typeface="Arial"/>
                <a:ea typeface="Arial"/>
                <a:cs typeface="Arial"/>
              </a:rPr>
              <a:t>The redesign serves the full product, not just the homepage.</a:t>
            </a:r>
          </a:p>
        </p:txBody>
      </p:sp>
    </p:spTree>
    <p:extLst>
      <p:ext uri="{BB962C8B-B14F-4D97-AF65-F5344CB8AC3E}">
        <p14:creationId xmlns:p14="http://schemas.microsoft.com/office/powerpoint/2010/main" val="136845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2026-09-24T01:27:56.2070000Z</dcterms:created>
  <dcterms:modified xsi:type="dcterms:W3CDTF">2026-09-24T01:27:56.2070000Z</dcterms:modified>
</coreProperties>
</file>